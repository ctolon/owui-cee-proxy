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owui-cee-proxy routing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 exercises the proxy's application/vnd.openxmlformats-officedocument.presentationml.presentation routing.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